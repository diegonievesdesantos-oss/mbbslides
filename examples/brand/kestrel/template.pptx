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1B3A2F"/>
            </a:gs>
            <a:gs pos="100000">
              <a:srgbClr val="2E6B4F"/>
            </a:gs>
          </a:gsLst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2130425"/>
            <a:ext cx="1091153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406900"/>
            <a:ext cx="1091153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906713"/>
            <a:ext cx="1091153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600200"/>
            <a:ext cx="1091153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" y="1535113"/>
            <a:ext cx="1091153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80" y="2174875"/>
            <a:ext cx="1091153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3050"/>
            <a:ext cx="1091153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73050"/>
            <a:ext cx="1091153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435100"/>
            <a:ext cx="109115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800600"/>
            <a:ext cx="109115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5367338"/>
            <a:ext cx="109115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11535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0"/>
            <a:ext cx="10911535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74638"/>
            <a:ext cx="1091153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74638"/>
            <a:ext cx="1091153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109115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Kestrel 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280" y="237744"/>
            <a:ext cx="1325880" cy="320040"/>
          </a:xfrm>
          <a:prstGeom prst="rect">
            <a:avLst/>
          </a:prstGeom>
        </p:spPr>
      </p:pic>
      <p:sp>
        <p:nvSpPr>
          <p:cNvPr id="3" name="Brand 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Kestrel">
      <a:dk1>
        <a:srgbClr val="222222"/>
      </a:dk1>
      <a:lt1>
        <a:srgbClr val="FFFFFF"/>
      </a:lt1>
      <a:dk2>
        <a:srgbClr val="1B3A2F"/>
      </a:dk2>
      <a:lt2>
        <a:srgbClr val="EEF2EE"/>
      </a:lt2>
      <a:accent1>
        <a:srgbClr val="2E6B4F"/>
      </a:accent1>
      <a:accent2>
        <a:srgbClr val="C8A24A"/>
      </a:accent2>
      <a:accent3>
        <a:srgbClr val="7FA88F"/>
      </a:accent3>
      <a:accent4>
        <a:srgbClr val="5B6770"/>
      </a:accent4>
      <a:accent5>
        <a:srgbClr val="A33A2B"/>
      </a:accent5>
      <a:accent6>
        <a:srgbClr val="3F8F5F"/>
      </a:accent6>
      <a:hlink>
        <a:srgbClr val="2E6B4F"/>
      </a:hlink>
      <a:folHlink>
        <a:srgbClr val="5B677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