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422"/>
          <c:w val="0.88626"/>
          <c:h val="0.9054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7.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8FA9CC"/>
            </a:solidFill>
          </c:spPr>
          <c:invertIfNegative val="0"/>
          <c:dPt>
            <c:idx val="3"/>
            <c:spPr>
              <a:solidFill>
                <a:srgbClr val="0B1F3A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000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2141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14779" y="2700804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597493" y="2629410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580208" y="2548703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562923" y="2466445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8545638" y="2379531"/>
            <a:ext cx="1982715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10248033" y="2643622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10248033" y="2863078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48033" y="3155796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10248033" y="3745571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10248033" y="4443990"/>
            <a:ext cx="144074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606136" y="2269803"/>
            <a:ext cx="7930859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606136" y="2269803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5075410" y="2132643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sp>
        <p:nvSpPr>
          <p:cNvPr id="21" name="cpe|commentary|text|20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What moves the market</a:t>
            </a:r>
          </a:p>
        </p:txBody>
      </p:sp>
      <p:cxnSp>
        <p:nvCxnSpPr>
          <p:cNvPr id="22" name="cpe|commentary|line|2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3" name="cpe|commentary|text|22"/>
          <p:cNvSpPr txBox="1"/>
          <p:nvPr/>
        </p:nvSpPr>
        <p:spPr>
          <a:xfrm>
            <a:off x="502920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</p:txBody>
      </p:sp>
      <p:sp>
        <p:nvSpPr>
          <p:cNvPr id="24" name="cpe|commentary|text|23"/>
          <p:cNvSpPr txBox="1"/>
          <p:nvPr/>
        </p:nvSpPr>
        <p:spPr>
          <a:xfrm>
            <a:off x="3349676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</p:txBody>
      </p:sp>
      <p:sp>
        <p:nvSpPr>
          <p:cNvPr id="25" name="cpe|commentary|text|24"/>
          <p:cNvSpPr txBox="1"/>
          <p:nvPr/>
        </p:nvSpPr>
        <p:spPr>
          <a:xfrm>
            <a:off x="6196432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</p:txBody>
      </p:sp>
      <p:sp>
        <p:nvSpPr>
          <p:cNvPr id="26" name="cpe|commentary|text|25"/>
          <p:cNvSpPr txBox="1"/>
          <p:nvPr/>
        </p:nvSpPr>
        <p:spPr>
          <a:xfrm>
            <a:off x="9043187" y="5705856"/>
            <a:ext cx="2645588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1775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25062" y="4786729"/>
            <a:ext cx="2484114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25062" y="4786729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28525" y="4649569"/>
            <a:ext cx="477187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7262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7437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5478628" cy="1357884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118708" y="2267712"/>
            <a:ext cx="5478628" cy="1357884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3625596"/>
            <a:ext cx="5478628" cy="1357884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118708" y="3625596"/>
            <a:ext cx="5478628" cy="1357884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210148" y="234086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467258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6210148" y="4672584"/>
            <a:ext cx="529574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4983480"/>
            <a:ext cx="1100297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2761488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038344"/>
            <a:ext cx="109572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6778027" y="3055285"/>
            <a:ext cx="434523" cy="43452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7249125" y="3162818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9857271" y="3854071"/>
            <a:ext cx="412097" cy="412097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10305944" y="3950391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3727050" y="2773605"/>
            <a:ext cx="400413" cy="40041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4164039" y="2864084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4833606" y="3599166"/>
            <a:ext cx="378753" cy="378753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5248934" y="3678814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7746083" y="2630764"/>
            <a:ext cx="251572" cy="25157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8034230" y="2646822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</p:txBody>
      </p:sp>
      <p:sp>
        <p:nvSpPr>
          <p:cNvPr id="32" name="cpe|commentary|text|31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45191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96639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447288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57471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57471"/>
            <a:ext cx="298425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6883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824399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824399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25526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25526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391327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391327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3822192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382219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3958255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3958255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38912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38912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604553"/>
            <a:ext cx="2044370" cy="294803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604553"/>
            <a:ext cx="1934642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604553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604553"/>
            <a:ext cx="285624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660514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403385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49560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495604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092111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092111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52297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2748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49186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2035429"/>
                <a:gridCol w="2200986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884103" y="273691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884103" y="3694176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884103" y="4748022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502920" y="570985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502920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