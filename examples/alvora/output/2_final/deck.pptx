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3298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8FA9CC"/>
            </a:solidFill>
          </c:spPr>
          <c:invertIfNegative val="0"/>
          <c:dPt>
            <c:idx val="3"/>
            <c:spPr>
              <a:solidFill>
                <a:srgbClr val="0B1F3A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384984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677592"/>
            <a:ext cx="9288018" cy="6263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3505124"/>
            <a:ext cx="8339099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bleed|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601218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000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76822" y="2898830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807993" y="2793854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039164" y="2675186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70336" y="2554235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01507" y="2426439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593273" y="2741632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593273" y="3061124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593273" y="3494719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593273" y="4361910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593273" y="5388847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192407" y="2316711"/>
            <a:ext cx="492468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192407" y="2316711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158595" y="2179551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1775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1995678"/>
            <a:ext cx="249471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20522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1995678"/>
            <a:ext cx="249471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20522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1995678"/>
            <a:ext cx="249471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20522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1995678"/>
            <a:ext cx="249471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20522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25062" y="4786729"/>
            <a:ext cx="2484114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25062" y="4786729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28525" y="4649569"/>
            <a:ext cx="477187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7262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7437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64412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746411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4041648"/>
            <a:ext cx="3106331" cy="1773936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746411" y="4041648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37851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37851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5815584"/>
            <a:ext cx="6258382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3593592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870448"/>
            <a:ext cx="62126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3959594" y="3296595"/>
            <a:ext cx="567660" cy="567660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563830" y="3470697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789" y="4340127"/>
            <a:ext cx="538362" cy="53836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870001" y="4499580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242330" y="2928610"/>
            <a:ext cx="523098" cy="523098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02004" y="3080431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877744" y="4007120"/>
            <a:ext cx="494801" cy="494801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09122" y="4144792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576111" y="2742003"/>
            <a:ext cx="328653" cy="32865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41339" y="2796601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45350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73950" y="1481328"/>
            <a:ext cx="43148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45191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96639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84048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886200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98017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75027"/>
            <a:ext cx="3093987" cy="332842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75027"/>
            <a:ext cx="2984259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76148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76148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915107"/>
            <a:ext cx="4143604" cy="332842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915107"/>
            <a:ext cx="4033876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40156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40156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555187"/>
            <a:ext cx="6242837" cy="332842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555187"/>
            <a:ext cx="6133109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40416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404164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4195267"/>
            <a:ext cx="6242837" cy="332842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4195267"/>
            <a:ext cx="6133109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68172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68172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924958"/>
            <a:ext cx="2044370" cy="332842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924958"/>
            <a:ext cx="1934642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924958"/>
            <a:ext cx="3093987" cy="332842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924958"/>
            <a:ext cx="2856243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999939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723790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532180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5321808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475427"/>
            <a:ext cx="4143604" cy="332842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475427"/>
            <a:ext cx="4033876" cy="33284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96188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2748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49186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2035429"/>
                <a:gridCol w="2200986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884103" y="273691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884103" y="3694176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884103" y="4748022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502920" y="570985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502920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